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Master" Target="slideMasters/slideMaster1.xml"/>
</Relationships>
</file>

<file path=ppt/slideLayouts/_rels/slideLayout1.xml.rels><?xml version="1.0" encoding="UTF-8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>
    <a:bg1 val="lt1"/>
    <a:tx1 val="dk1"/>
    <a:bg2 val="lt2"/>
    <a:tx2 val="dk2"/>
    <a:accent1 val="accent1"/>
    <a:accent2 val="accent2"/>
    <a:accent3 val="accent3"/>
    <a:accent4 val="accent4"/>
    <a:accent5 val="accent5"/>
    <a:accent6 val="accent6"/>
    <a:hlink val="hlink"/>
    <a:folHlink val="folHlink"/>
  </p:clrMap>
  <p:sldLayoutIdLst>
    <p:sldLayoutId id="2147483649" r:id="rId1"/>
  </p:sldLayoutIdLst>
</p:sldMaster>
</file>

<file path=ppt/slides/_rels/slide1.xml.rels><?xml version="1.0" encoding="UTF-8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lstStyle/>
          <a:p>
            <a:r>
              <a:t>UNIQUE_PPTX_TOKEN</a:t>
            </a:r>
          </a:p>
        </p:txBody>
      </p:sp>
    </p:spTree>
  </p:cSld>
  <p:clrMapOvr>
    <a:masterClrMapping/>
  </p:clrMapOvr>
</p:sld>
</file>